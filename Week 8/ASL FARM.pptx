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0" r:id="rId5"/>
    <p:sldId id="258" r:id="rId6"/>
    <p:sldId id="264" r:id="rId7"/>
    <p:sldId id="259" r:id="rId8"/>
    <p:sldId id="262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971"/>
    <a:srgbClr val="9BD4C3"/>
    <a:srgbClr val="754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FF08-87DF-4344-20AB-6E141C955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105CF-8A46-C649-7D10-360113595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A0C37-C2B3-32A6-11C1-8C20EC9F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E74FF-2C19-706C-2FE0-8B0C054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9C8D7-5450-D6FC-670D-1629828A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1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FEE04-D555-47BA-95A1-9865998C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E34DD-8086-9AE4-2C90-38AF45060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A4917-A720-86CD-7FD8-E2CD84992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CA05E-284B-E7CD-0F54-5171715E1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16256-C51E-6E15-3784-29A9829A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1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7720-D52D-A9CC-E69C-29227A9EF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A6D5E-4B29-52F0-230C-C32A3B985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11755-2210-A8E8-E53A-0E8A66CBD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C79AA-1B17-206F-1560-535A05DDF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D0F64-6F87-41F8-5478-AD841190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02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218F6-EBB8-5BA0-11F9-7AE59697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2D5B8-6D1F-5B3A-C6C0-0797BF1E6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122C9-CF17-2A64-2270-879CC88BD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B0715-6FA5-2DCE-548E-F49AFEBFE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6E898-4EF4-2444-6AF9-D592FD8C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E1964-A4D6-CF9D-87E6-BE77F5FC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32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047D6-0F21-26F9-9927-9D07DFD8F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CC67C-36E1-6825-2A3F-44440E4B6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A715B-EF29-6716-3BBE-D4051996F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97072-722D-84C2-CC8C-A5CFD3773F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9A9D2B-6206-657D-ACF9-3F69C491A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89B325-7DF9-2676-92D9-3C5D58D1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DB6A4-F81C-C61D-4AAD-E5F12C90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3A3971-09CD-562A-0ED5-ABA5D069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1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221F-985C-6A07-3FB9-9CCAA4FA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23D51-5E02-ED9D-B3AB-FB4476BE4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8751F-DC7E-5190-3402-D53C33D6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2E2FC-CF12-EABD-9240-331062F7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62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071468-56FA-8EAD-84A5-79ABA4A9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9A08B-3E9C-E804-E765-F971B4BF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9E9D0-8C99-78B4-34B9-83FF0681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95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816B8-60FA-5CB9-66FC-E2CE3C65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BACC5-F9CF-9989-137C-0A7BF08A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E7689-4ECB-8219-1606-EDCB27B71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B363E-4C56-BD61-67E7-A857511A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171E2-4898-85BD-3D30-03D19A00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0027F-39B4-8FB1-53B8-B4669720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7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95697-32A5-31FF-2203-0D68D7303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1F1F4F-C7BF-8DF2-67FC-BAA4924D7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6828B-03A3-4013-0BBC-047AF3BBC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F0840-21C4-C5E0-959C-C4EB0AB4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73E29-F21E-B8DB-4559-A7AC948D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9D0B5-5A45-7D10-5137-130EBD25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66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AD264-8C81-A1AF-1FCD-E17C52F3F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5ABE9-C5AB-9D01-A4B3-2CC86C203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D1CD4-1750-DA9D-8623-D987EEF6E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13FE-39BF-A51A-C491-C1A5CEB0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8E737-D685-1C3A-DBBD-06810236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9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A50F3E-5E8C-670A-EC49-F91116FC9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0A04D-B8F4-FA5D-4A3F-A4FA535C7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DCDF1-3133-6093-10FA-67885EE4F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08B8E-5524-3F2E-5C03-69CB0F5B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9368D-0B45-99EC-7118-6DDE2DEE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EF0B8D-0D65-CDC0-DBE9-F6B1BF650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2AFB8-E617-D8FE-59F3-27F68792A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45E66-0ABA-BF05-4D42-5EFD6DD4E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6CAAB-6338-4214-9813-6F7825BA890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B4289-11D4-9B36-5C3D-F0ECB7A6A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A7B43-504D-8838-C90A-79E91AF3F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24BE8-6EC3-4F6D-9E4F-7507F792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5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583BC8-FB06-21BA-E397-FE83C58E1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4"/>
            <a:ext cx="12191999" cy="6830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089B2B-E5A0-D8E5-A1EE-385D1474A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9860" y="0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rgbClr val="3B8971"/>
                </a:solidFill>
                <a:latin typeface="+mn-lt"/>
                <a:ea typeface="+mn-ea"/>
                <a:cs typeface="+mn-cs"/>
              </a:rPr>
              <a:t>ASL</a:t>
            </a:r>
            <a:r>
              <a:rPr lang="en-US" dirty="0"/>
              <a:t> </a:t>
            </a:r>
            <a:r>
              <a:rPr lang="en-US" dirty="0">
                <a:solidFill>
                  <a:srgbClr val="3B8971"/>
                </a:solidFill>
                <a:latin typeface="+mn-lt"/>
                <a:ea typeface="+mn-ea"/>
                <a:cs typeface="+mn-cs"/>
              </a:rPr>
              <a:t>FARM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BB676-925D-FBF0-FDFF-A339C056E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9860" y="4470401"/>
            <a:ext cx="9144000" cy="1655762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3B8971"/>
                </a:solidFill>
              </a:rPr>
              <a:t>Created By</a:t>
            </a:r>
          </a:p>
          <a:p>
            <a:r>
              <a:rPr lang="en-US" sz="4000" dirty="0">
                <a:solidFill>
                  <a:srgbClr val="3B8971"/>
                </a:solidFill>
              </a:rPr>
              <a:t>Jakob Cox - </a:t>
            </a:r>
            <a:r>
              <a:rPr lang="en-US" sz="4000" dirty="0" err="1">
                <a:solidFill>
                  <a:srgbClr val="3B8971"/>
                </a:solidFill>
              </a:rPr>
              <a:t>Tanjai</a:t>
            </a:r>
            <a:r>
              <a:rPr lang="en-US" sz="4000" dirty="0">
                <a:solidFill>
                  <a:srgbClr val="3B8971"/>
                </a:solidFill>
              </a:rPr>
              <a:t> </a:t>
            </a:r>
            <a:r>
              <a:rPr lang="en-US" sz="4000" dirty="0" err="1">
                <a:solidFill>
                  <a:srgbClr val="3B8971"/>
                </a:solidFill>
              </a:rPr>
              <a:t>Ploykao</a:t>
            </a:r>
            <a:r>
              <a:rPr lang="en-US" sz="4000" dirty="0">
                <a:solidFill>
                  <a:srgbClr val="3B8971"/>
                </a:solidFill>
              </a:rPr>
              <a:t> - </a:t>
            </a:r>
            <a:r>
              <a:rPr lang="en-US" sz="4000" dirty="0" err="1">
                <a:solidFill>
                  <a:srgbClr val="3B8971"/>
                </a:solidFill>
              </a:rPr>
              <a:t>Yeabtsega</a:t>
            </a:r>
            <a:r>
              <a:rPr lang="en-US" sz="4000" dirty="0">
                <a:solidFill>
                  <a:srgbClr val="3B8971"/>
                </a:solidFill>
              </a:rPr>
              <a:t> Tena</a:t>
            </a:r>
          </a:p>
        </p:txBody>
      </p:sp>
    </p:spTree>
    <p:extLst>
      <p:ext uri="{BB962C8B-B14F-4D97-AF65-F5344CB8AC3E}">
        <p14:creationId xmlns:p14="http://schemas.microsoft.com/office/powerpoint/2010/main" val="577047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73C6E-CD94-D782-E30C-3560B3FB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D4E3EB-880D-A7C5-78EF-D07F7C83F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4"/>
            <a:ext cx="12191999" cy="6830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B571D0-82EE-1F5D-0919-F174FAC74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87395"/>
            <a:ext cx="10515600" cy="104620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3B8971"/>
                </a:solidFill>
                <a:latin typeface="+mn-lt"/>
                <a:ea typeface="+mn-ea"/>
                <a:cs typeface="+mn-cs"/>
              </a:rPr>
              <a:t>What is ASL Farm?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3CC78-25CB-BDF8-4AE3-53ECC5AB8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75898"/>
            <a:ext cx="10515600" cy="35485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B8971"/>
                </a:solidFill>
              </a:rPr>
              <a:t>ASL Farm is an educational game that teaches the player American sign language(ASL) while they try to grow the trees on their farm as large as possible.</a:t>
            </a:r>
          </a:p>
        </p:txBody>
      </p:sp>
    </p:spTree>
    <p:extLst>
      <p:ext uri="{BB962C8B-B14F-4D97-AF65-F5344CB8AC3E}">
        <p14:creationId xmlns:p14="http://schemas.microsoft.com/office/powerpoint/2010/main" val="196301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4CFCFF-3BC0-D271-6607-5854ECAC4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28"/>
            <a:ext cx="12191999" cy="6830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AA1E3A-8886-31D0-289B-7DDAA5CA9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87395"/>
            <a:ext cx="10515600" cy="104620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3B8971"/>
                </a:solidFill>
                <a:latin typeface="+mn-lt"/>
                <a:ea typeface="+mn-ea"/>
                <a:cs typeface="+mn-cs"/>
              </a:rPr>
              <a:t>Why ASL Farm?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03CA1B1-0FEC-30A1-03D9-04D4FEF81BE6}"/>
              </a:ext>
            </a:extLst>
          </p:cNvPr>
          <p:cNvSpPr txBox="1">
            <a:spLocks/>
          </p:cNvSpPr>
          <p:nvPr/>
        </p:nvSpPr>
        <p:spPr>
          <a:xfrm>
            <a:off x="838199" y="2527810"/>
            <a:ext cx="10515600" cy="1129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>
                <a:solidFill>
                  <a:srgbClr val="3B8971"/>
                </a:solidFill>
              </a:rPr>
              <a:t>The initial prompt we decided on, was to create a game that uses hand gestures to play.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600" dirty="0">
              <a:solidFill>
                <a:srgbClr val="3B897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DCA28AA-8E55-3B07-4EC8-E347AEE8BC03}"/>
              </a:ext>
            </a:extLst>
          </p:cNvPr>
          <p:cNvSpPr txBox="1">
            <a:spLocks/>
          </p:cNvSpPr>
          <p:nvPr/>
        </p:nvSpPr>
        <p:spPr>
          <a:xfrm>
            <a:off x="838199" y="4051409"/>
            <a:ext cx="10515600" cy="1607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solidFill>
                  <a:srgbClr val="3B8971"/>
                </a:solidFill>
              </a:rPr>
              <a:t>After some discussion it was decided to make a game that helps you learn hand gestures while playing.</a:t>
            </a:r>
          </a:p>
        </p:txBody>
      </p:sp>
    </p:spTree>
    <p:extLst>
      <p:ext uri="{BB962C8B-B14F-4D97-AF65-F5344CB8AC3E}">
        <p14:creationId xmlns:p14="http://schemas.microsoft.com/office/powerpoint/2010/main" val="1062872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34A0-EB7E-0780-8E80-E8DA4149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9470E-7685-99A4-8E1F-98FA11F70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4"/>
            <a:ext cx="12191999" cy="6830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C604B2-67FC-DC8D-7829-7F2E214D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87395"/>
            <a:ext cx="10515600" cy="104620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3B8971"/>
                </a:solidFill>
                <a:latin typeface="+mn-lt"/>
                <a:ea typeface="+mn-ea"/>
                <a:cs typeface="+mn-cs"/>
              </a:rPr>
              <a:t>The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A73A5-FB97-CF46-DEDE-2A7456F94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75898"/>
            <a:ext cx="10515600" cy="354856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3B8971"/>
                </a:solidFill>
              </a:rPr>
              <a:t>To be used as an introduction to learn ASL.</a:t>
            </a:r>
          </a:p>
          <a:p>
            <a:r>
              <a:rPr lang="en-US" sz="3600" dirty="0">
                <a:solidFill>
                  <a:srgbClr val="3B8971"/>
                </a:solidFill>
              </a:rPr>
              <a:t>Teach the player common ASL signs</a:t>
            </a:r>
          </a:p>
          <a:p>
            <a:r>
              <a:rPr lang="en-US" sz="3600" dirty="0">
                <a:solidFill>
                  <a:srgbClr val="3B8971"/>
                </a:solidFill>
              </a:rPr>
              <a:t>Test the players knowledge and show progress through tree growth.</a:t>
            </a:r>
          </a:p>
        </p:txBody>
      </p:sp>
    </p:spTree>
    <p:extLst>
      <p:ext uri="{BB962C8B-B14F-4D97-AF65-F5344CB8AC3E}">
        <p14:creationId xmlns:p14="http://schemas.microsoft.com/office/powerpoint/2010/main" val="112245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1F6D4-BBA7-3833-81E1-B57E2E91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26E5BA-8E90-5E2D-81B4-D29ACB9CA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4"/>
            <a:ext cx="12191999" cy="6830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063C3E-D61C-5C95-66EF-04AD9BC22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87395"/>
            <a:ext cx="10515600" cy="104620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3B8971"/>
                </a:solidFill>
                <a:latin typeface="+mn-lt"/>
                <a:ea typeface="+mn-ea"/>
                <a:cs typeface="+mn-cs"/>
              </a:rPr>
              <a:t>Sounds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4DF7F-7CA9-9162-83DE-D4F4DA438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75898"/>
            <a:ext cx="10515600" cy="35485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3B8971"/>
                </a:solidFill>
              </a:rPr>
              <a:t>ASL Farm, initially was going to have no sound.</a:t>
            </a:r>
          </a:p>
          <a:p>
            <a:r>
              <a:rPr lang="en-US" dirty="0">
                <a:solidFill>
                  <a:srgbClr val="3B8971"/>
                </a:solidFill>
              </a:rPr>
              <a:t>People who are deaf can sometimes still hear melodies and low decibel sounds.</a:t>
            </a:r>
          </a:p>
          <a:p>
            <a:pPr lvl="1"/>
            <a:r>
              <a:rPr lang="en-US" dirty="0">
                <a:solidFill>
                  <a:srgbClr val="3B8971"/>
                </a:solidFill>
              </a:rPr>
              <a:t>Lofi with a focus on bass and melody.</a:t>
            </a:r>
          </a:p>
          <a:p>
            <a:r>
              <a:rPr lang="en-US" dirty="0">
                <a:solidFill>
                  <a:srgbClr val="3B8971"/>
                </a:solidFill>
              </a:rPr>
              <a:t>We wanted to give credit to artists, so we included a window that displays the current song and the </a:t>
            </a:r>
            <a:r>
              <a:rPr lang="en-US">
                <a:solidFill>
                  <a:srgbClr val="3B8971"/>
                </a:solidFill>
              </a:rPr>
              <a:t>song’s artist.</a:t>
            </a:r>
            <a:endParaRPr lang="en-US" dirty="0">
              <a:solidFill>
                <a:srgbClr val="3B89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12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BC121-517A-1AB8-EDEC-9A27B3F0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DF08F6-913F-8701-B3DA-4CCA1A3DA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4"/>
            <a:ext cx="12191999" cy="6830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E9BBA-9D36-C955-A66A-4BAD6D33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87395"/>
            <a:ext cx="10515600" cy="104620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3B8971"/>
                </a:solidFill>
                <a:latin typeface="+mn-lt"/>
                <a:ea typeface="+mn-ea"/>
                <a:cs typeface="+mn-cs"/>
              </a:rPr>
              <a:t>The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87508-79EF-C888-F0C7-D0803B775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75898"/>
            <a:ext cx="10515600" cy="3548566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3B8971"/>
                </a:solidFill>
              </a:rPr>
              <a:t>The ASL Signs for the game were created by </a:t>
            </a:r>
            <a:r>
              <a:rPr lang="en-US" sz="3200" dirty="0" err="1">
                <a:solidFill>
                  <a:srgbClr val="3B8971"/>
                </a:solidFill>
              </a:rPr>
              <a:t>Tanjai</a:t>
            </a:r>
            <a:endParaRPr lang="en-US" sz="3200" dirty="0">
              <a:solidFill>
                <a:srgbClr val="3B8971"/>
              </a:solidFill>
            </a:endParaRPr>
          </a:p>
          <a:p>
            <a:r>
              <a:rPr lang="en-US" sz="3200" dirty="0">
                <a:solidFill>
                  <a:srgbClr val="3B8971"/>
                </a:solidFill>
              </a:rPr>
              <a:t>The background, character, and home assets came from a free asset pack created call Sprout Lands – created by Cup </a:t>
            </a:r>
            <a:r>
              <a:rPr lang="en-US" sz="3200" dirty="0" err="1">
                <a:solidFill>
                  <a:srgbClr val="3B8971"/>
                </a:solidFill>
              </a:rPr>
              <a:t>Nooble</a:t>
            </a:r>
            <a:endParaRPr lang="en-US" sz="3200" dirty="0">
              <a:solidFill>
                <a:srgbClr val="3B8971"/>
              </a:solidFill>
            </a:endParaRPr>
          </a:p>
          <a:p>
            <a:r>
              <a:rPr lang="en-US" sz="3200" dirty="0">
                <a:solidFill>
                  <a:srgbClr val="3B8971"/>
                </a:solidFill>
              </a:rPr>
              <a:t>The Tree assets were created by </a:t>
            </a:r>
            <a:r>
              <a:rPr lang="en-US" sz="3200" dirty="0" err="1">
                <a:solidFill>
                  <a:srgbClr val="3B8971"/>
                </a:solidFill>
              </a:rPr>
              <a:t>Admurin</a:t>
            </a:r>
            <a:endParaRPr lang="en-US" sz="3200" dirty="0">
              <a:solidFill>
                <a:srgbClr val="3B89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039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8226-41AE-726E-14D3-0763A608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CC3B1E-4789-4561-9991-2C218FAA2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4"/>
            <a:ext cx="12191999" cy="6830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DBC58A-CFD0-E463-F3A6-041B9A4D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87395"/>
            <a:ext cx="10515600" cy="104620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3B8971"/>
                </a:solidFill>
                <a:latin typeface="+mn-lt"/>
                <a:ea typeface="+mn-ea"/>
                <a:cs typeface="+mn-cs"/>
              </a:rPr>
              <a:t>How to 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EB2D6-C229-EC7F-B766-0D07E9E5B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75898"/>
            <a:ext cx="10515600" cy="3548566"/>
          </a:xfrm>
        </p:spPr>
        <p:txBody>
          <a:bodyPr>
            <a:normAutofit fontScale="92500" lnSpcReduction="20000"/>
          </a:bodyPr>
          <a:lstStyle/>
          <a:p>
            <a:r>
              <a:rPr lang="en-US" sz="4000" dirty="0">
                <a:solidFill>
                  <a:srgbClr val="3B8971"/>
                </a:solidFill>
              </a:rPr>
              <a:t>The player starts in their home.</a:t>
            </a:r>
          </a:p>
          <a:p>
            <a:r>
              <a:rPr lang="en-US" sz="4000" dirty="0">
                <a:solidFill>
                  <a:srgbClr val="3B8971"/>
                </a:solidFill>
              </a:rPr>
              <a:t>They are able to learn new ASL Signs by reading the news paper.</a:t>
            </a:r>
          </a:p>
          <a:p>
            <a:r>
              <a:rPr lang="en-US" sz="4000" dirty="0">
                <a:solidFill>
                  <a:srgbClr val="3B8971"/>
                </a:solidFill>
              </a:rPr>
              <a:t>They then must tend to their farm and head outside to test their knowledge by tending to their trees.</a:t>
            </a:r>
          </a:p>
          <a:p>
            <a:r>
              <a:rPr lang="en-US" sz="4000" dirty="0">
                <a:solidFill>
                  <a:srgbClr val="3B8971"/>
                </a:solidFill>
              </a:rPr>
              <a:t>When done tending to the trees its time to sleep, so the player heads back inside to their bed.</a:t>
            </a:r>
          </a:p>
        </p:txBody>
      </p:sp>
    </p:spTree>
    <p:extLst>
      <p:ext uri="{BB962C8B-B14F-4D97-AF65-F5344CB8AC3E}">
        <p14:creationId xmlns:p14="http://schemas.microsoft.com/office/powerpoint/2010/main" val="5552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2BCD-E625-7884-7731-B1F827FBA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E88555-5F84-678F-2C62-8322C28D7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964"/>
            <a:ext cx="12191999" cy="6830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ACBA04-1E2D-8E79-8EB3-84F51E1B8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87395"/>
            <a:ext cx="10515600" cy="104620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3B8971"/>
                </a:solidFill>
                <a:latin typeface="+mn-lt"/>
                <a:ea typeface="+mn-ea"/>
                <a:cs typeface="+mn-cs"/>
              </a:rPr>
              <a:t>The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E843B-AA34-8DCD-CA8E-BA76674A8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75898"/>
            <a:ext cx="10515600" cy="1053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3B8971"/>
                </a:solidFill>
              </a:rPr>
              <a:t>We decided on Godot as the game engine we would use for the project.</a:t>
            </a:r>
          </a:p>
          <a:p>
            <a:pPr marL="0" indent="0" algn="ctr">
              <a:buNone/>
            </a:pPr>
            <a:endParaRPr lang="en-US" sz="3600" dirty="0">
              <a:solidFill>
                <a:srgbClr val="3B897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339F46-8E02-0DB4-2590-27B0E113520A}"/>
              </a:ext>
            </a:extLst>
          </p:cNvPr>
          <p:cNvSpPr txBox="1">
            <a:spLocks/>
          </p:cNvSpPr>
          <p:nvPr/>
        </p:nvSpPr>
        <p:spPr>
          <a:xfrm>
            <a:off x="838199" y="3429000"/>
            <a:ext cx="10515600" cy="21397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rgbClr val="3B8971"/>
                </a:solidFill>
              </a:rPr>
              <a:t>It is free to download</a:t>
            </a:r>
          </a:p>
          <a:p>
            <a:r>
              <a:rPr lang="en-US" sz="3600" dirty="0">
                <a:solidFill>
                  <a:srgbClr val="3B8971"/>
                </a:solidFill>
              </a:rPr>
              <a:t>It is easier for beginners to learn</a:t>
            </a:r>
          </a:p>
          <a:p>
            <a:r>
              <a:rPr lang="en-US" sz="3600" dirty="0">
                <a:solidFill>
                  <a:srgbClr val="3B8971"/>
                </a:solidFill>
              </a:rPr>
              <a:t>It has many tools to develop 2D games</a:t>
            </a:r>
          </a:p>
          <a:p>
            <a:r>
              <a:rPr lang="en-US" sz="3600" dirty="0">
                <a:solidFill>
                  <a:srgbClr val="3B8971"/>
                </a:solidFill>
              </a:rPr>
              <a:t>It has exporting tools built in.</a:t>
            </a:r>
          </a:p>
          <a:p>
            <a:endParaRPr lang="en-US" sz="3600" dirty="0">
              <a:solidFill>
                <a:srgbClr val="3B89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590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508AF-33E2-496D-86E2-241B18846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C52A88-7E10-B741-822C-BED7C2120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4"/>
            <a:ext cx="12191999" cy="6830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27715B-6827-A364-CA9E-33F56804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87395"/>
            <a:ext cx="10515600" cy="104620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3B8971"/>
                </a:solidFill>
                <a:latin typeface="+mn-lt"/>
                <a:ea typeface="+mn-ea"/>
                <a:cs typeface="+mn-cs"/>
              </a:rPr>
              <a:t>Essential Scenes and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9B2E6-2316-F116-DF18-7B92FCD5D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75898"/>
            <a:ext cx="10515600" cy="35485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3B8971"/>
                </a:solidFill>
              </a:rPr>
              <a:t>Game Manager – Runs the game.</a:t>
            </a:r>
          </a:p>
          <a:p>
            <a:r>
              <a:rPr lang="en-US" dirty="0">
                <a:solidFill>
                  <a:srgbClr val="3B8971"/>
                </a:solidFill>
              </a:rPr>
              <a:t>Farm Scene – Used to initiate quizzes and show progress</a:t>
            </a:r>
          </a:p>
          <a:p>
            <a:r>
              <a:rPr lang="en-US" dirty="0">
                <a:solidFill>
                  <a:srgbClr val="3B8971"/>
                </a:solidFill>
              </a:rPr>
              <a:t>Home Scene – Used to introduce new Signs and reset the day.</a:t>
            </a:r>
          </a:p>
          <a:p>
            <a:r>
              <a:rPr lang="en-US" dirty="0">
                <a:solidFill>
                  <a:srgbClr val="3B8971"/>
                </a:solidFill>
              </a:rPr>
              <a:t>Data Manager – A global script that contains the game data.</a:t>
            </a:r>
          </a:p>
          <a:p>
            <a:r>
              <a:rPr lang="en-US" dirty="0">
                <a:solidFill>
                  <a:srgbClr val="3B8971"/>
                </a:solidFill>
              </a:rPr>
              <a:t>Sounds – A global script that plays all music and sound effects</a:t>
            </a:r>
          </a:p>
          <a:p>
            <a:r>
              <a:rPr lang="en-US" dirty="0">
                <a:solidFill>
                  <a:srgbClr val="3B8971"/>
                </a:solidFill>
              </a:rPr>
              <a:t>Main Menu – The scene the player initially sees when the game is started</a:t>
            </a:r>
          </a:p>
        </p:txBody>
      </p:sp>
    </p:spTree>
    <p:extLst>
      <p:ext uri="{BB962C8B-B14F-4D97-AF65-F5344CB8AC3E}">
        <p14:creationId xmlns:p14="http://schemas.microsoft.com/office/powerpoint/2010/main" val="2970912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8CF2-967C-742C-946A-B6535BEB2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239464-7E2C-6CD2-505B-96E6EA2B6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964"/>
            <a:ext cx="12191999" cy="6830072"/>
          </a:xfrm>
          <a:prstGeom prst="rect">
            <a:avLst/>
          </a:prstGeom>
        </p:spPr>
      </p:pic>
      <p:pic>
        <p:nvPicPr>
          <p:cNvPr id="12" name="2026-07-30 22-08-06">
            <a:hlinkClick r:id="" action="ppaction://media"/>
            <a:extLst>
              <a:ext uri="{FF2B5EF4-FFF2-40B4-BE49-F238E27FC236}">
                <a16:creationId xmlns:a16="http://schemas.microsoft.com/office/drawing/2014/main" id="{88034E24-F5AF-4A5C-BCC5-DE0FE2672B2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92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-67112"/>
            <a:ext cx="12192000" cy="693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9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14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400</Words>
  <Application>Microsoft Office PowerPoint</Application>
  <PresentationFormat>Widescreen</PresentationFormat>
  <Paragraphs>39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ASL FARM</vt:lpstr>
      <vt:lpstr>What is ASL Farm?</vt:lpstr>
      <vt:lpstr>Why ASL Farm?</vt:lpstr>
      <vt:lpstr>The Goal</vt:lpstr>
      <vt:lpstr>Sounds</vt:lpstr>
      <vt:lpstr>The Art</vt:lpstr>
      <vt:lpstr>How to play</vt:lpstr>
      <vt:lpstr>The Software</vt:lpstr>
      <vt:lpstr>Essential Scenes and Scripts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jakob cox</dc:creator>
  <cp:lastModifiedBy>jakob cox</cp:lastModifiedBy>
  <cp:revision>3</cp:revision>
  <dcterms:created xsi:type="dcterms:W3CDTF">2026-07-31T00:06:38Z</dcterms:created>
  <dcterms:modified xsi:type="dcterms:W3CDTF">2026-07-31T02:11:36Z</dcterms:modified>
</cp:coreProperties>
</file>